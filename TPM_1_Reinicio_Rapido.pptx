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1" d="100"/>
          <a:sy n="111" d="100"/>
        </p:scale>
        <p:origin x="11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l Rodriguez Garduno" userId="89bbfc5b-c516-44bd-896b-a6523f35c36f" providerId="ADAL" clId="{82688A9A-497A-47A0-B559-B845EB09B0DD}"/>
    <pc:docChg chg="modSld">
      <pc:chgData name="Saul Rodriguez Garduno" userId="89bbfc5b-c516-44bd-896b-a6523f35c36f" providerId="ADAL" clId="{82688A9A-497A-47A0-B559-B845EB09B0DD}" dt="2026-09-19T05:30:06.789" v="37" actId="1076"/>
      <pc:docMkLst>
        <pc:docMk/>
      </pc:docMkLst>
      <pc:sldChg chg="addSp modSp mod">
        <pc:chgData name="Saul Rodriguez Garduno" userId="89bbfc5b-c516-44bd-896b-a6523f35c36f" providerId="ADAL" clId="{82688A9A-497A-47A0-B559-B845EB09B0DD}" dt="2026-09-19T05:30:06.789" v="37" actId="1076"/>
        <pc:sldMkLst>
          <pc:docMk/>
          <pc:sldMk cId="4055971772" sldId="436"/>
        </pc:sldMkLst>
        <pc:spChg chg="mod">
          <ac:chgData name="Saul Rodriguez Garduno" userId="89bbfc5b-c516-44bd-896b-a6523f35c36f" providerId="ADAL" clId="{82688A9A-497A-47A0-B559-B845EB09B0DD}" dt="2026-09-19T05:21:32.552" v="13" actId="20577"/>
          <ac:spMkLst>
            <pc:docMk/>
            <pc:sldMk cId="4055971772" sldId="436"/>
            <ac:spMk id="73" creationId="{00000000-0000-0000-0000-000000000000}"/>
          </ac:spMkLst>
        </pc:spChg>
        <pc:picChg chg="add mod">
          <ac:chgData name="Saul Rodriguez Garduno" userId="89bbfc5b-c516-44bd-896b-a6523f35c36f" providerId="ADAL" clId="{82688A9A-497A-47A0-B559-B845EB09B0DD}" dt="2026-09-19T05:22:18.662" v="20" actId="14100"/>
          <ac:picMkLst>
            <pc:docMk/>
            <pc:sldMk cId="4055971772" sldId="436"/>
            <ac:picMk id="6" creationId="{368BEC24-02BB-F17D-07F7-58F7DDA4A776}"/>
          </ac:picMkLst>
        </pc:picChg>
        <pc:picChg chg="add mod">
          <ac:chgData name="Saul Rodriguez Garduno" userId="89bbfc5b-c516-44bd-896b-a6523f35c36f" providerId="ADAL" clId="{82688A9A-497A-47A0-B559-B845EB09B0DD}" dt="2026-09-19T05:30:03.246" v="36" actId="1076"/>
          <ac:picMkLst>
            <pc:docMk/>
            <pc:sldMk cId="4055971772" sldId="436"/>
            <ac:picMk id="9" creationId="{BD23FF10-A72E-9CD0-4149-328995BBD438}"/>
          </ac:picMkLst>
        </pc:picChg>
        <pc:picChg chg="add mod">
          <ac:chgData name="Saul Rodriguez Garduno" userId="89bbfc5b-c516-44bd-896b-a6523f35c36f" providerId="ADAL" clId="{82688A9A-497A-47A0-B559-B845EB09B0DD}" dt="2026-09-19T05:30:06.789" v="37" actId="1076"/>
          <ac:picMkLst>
            <pc:docMk/>
            <pc:sldMk cId="4055971772" sldId="436"/>
            <ac:picMk id="11" creationId="{9EBFD14A-33DC-6B15-3E7C-16E6F02C94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>
                <a:solidFill>
                  <a:prstClr val="black"/>
                </a:solidFill>
                <a:latin typeface="LG스마트체 Regular" panose="020B0600000101010101" pitchFamily="50" charset="-127"/>
              </a:rPr>
              <a:t>Fast restart function deployed across the camera line</a:t>
            </a:r>
            <a:endParaRPr kumimoji="0" lang="ko-KR" altLang="en-US" sz="1800" b="1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PCB, Fastening , Top Unloader and Top Cover</a:t>
            </a:r>
            <a:endParaRPr kumimoji="0" lang="en-US" altLang="ko-KR" sz="1600" b="1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After any stop the operator had to run the full initialization, 2.5 to 3 minutes depending on the station, which reconnects the scanner, tests the cameras and restarts support processes that were already connected and verified.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74" y="2286753"/>
            <a:ext cx="2744430" cy="132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s-MX" sz="1400" b="1" dirty="0"/>
              <a:t> </a:t>
            </a:r>
            <a:r>
              <a:rPr lang="es-419" altLang="ko-KR" sz="1400" b="1" dirty="0"/>
              <a:t>EFFECT: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Recovery after a stop went from 2.5-3 minutes to 10-15 seconds, a reduction of over 90%. Deployed on 7 stations. All changes tagged MOD@@ Guillermo Carrillo in the source code.</a:t>
            </a:r>
            <a:endParaRPr lang="ko-KR" altLang="en-US" dirty="0"/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874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57" y="4444213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853" y="2469063"/>
            <a:ext cx="3613965" cy="60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REINICIO RAPIDO button added to the main toolbar of each station. It calls the vendor's own initialization path, so all modules, the MES handshake and the pallet dialog behave identically.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4753587"/>
            <a:ext cx="3136204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The vendor's initialization always runs its complete 24-node chain, with no path to resume without repeating checks that had already passed.</a:t>
            </a:r>
          </a:p>
          <a:p>
            <a:pPr defTabSz="914400" latinLnBrk="1">
              <a:defRPr/>
            </a:pPr>
            <a:endParaRPr lang="en-US" altLang="ko-KR" sz="11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Bottom Station has a restart feature, but it relies on a RestartProcess() method that the AcuraLibrary.dll of these stations does not declare.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 Engineering</a:t>
            </a: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757" y="4125280"/>
            <a:ext cx="2410873" cy="217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s-MX" altLang="ko-KR" sz="1400" b="1" dirty="0"/>
              <a:t>IMPACT:</a:t>
            </a:r>
            <a:endParaRPr lang="es-419" altLang="ko-KR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Restart time reduced from 2.5-3 min to 10-15 s on each of the 7 stations.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altLang="ko-KR" dirty="0" err="1"/>
              <a:t>Recovered machine time on every stop, across the whole camera line.</a:t>
            </a:r>
            <a:r>
              <a:rPr lang="es-MX" altLang="ko-KR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Solution replicable to any station using the same SDK, around 30 min per station.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77620" y="5919793"/>
            <a:ext cx="3608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MES nodes are deliberately not skipped: skipping them left the station reporting ONLINE before the MES confirmed, and they cost no time.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6917" y="3764733"/>
            <a:ext cx="16228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A flag makes only 3 of the 24 nodes return immediately: FilesMonitor, scanner connection and camera test. Everything else runs unchanged, including robot reset and NG discharge.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BEC24-02BB-F17D-07F7-58F7DDA4A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3531458"/>
            <a:ext cx="2734573" cy="833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23FF10-A72E-9CD0-4149-328995BBD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180" y="3634796"/>
            <a:ext cx="1897812" cy="5058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BFD14A-33DC-6B15-3E7C-16E6F02C9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87" y="4463716"/>
            <a:ext cx="2029797" cy="10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9b8a968-831d-4cfc-b1f9-4367a1331151}" enabled="1" method="Privileged" siteId="{e6c7989d-a5fe-4b7b-a335-3288406db2f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904</TotalTime>
  <Words>353</Words>
  <Application>Microsoft Office PowerPoint</Application>
  <PresentationFormat>A4 Paper (210x297 mm)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LG스마트체 Regular</vt:lpstr>
      <vt:lpstr>LG스마트체 SemiBold</vt:lpstr>
      <vt:lpstr>LG스마트체2.0 Bold</vt:lpstr>
      <vt:lpstr>맑은 고딕</vt:lpstr>
      <vt:lpstr>바탕</vt:lpstr>
      <vt:lpstr>Arial</vt:lpstr>
      <vt:lpstr>Arial Narrow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Saul Rodriguez Garduno</cp:lastModifiedBy>
  <cp:revision>53</cp:revision>
  <dcterms:created xsi:type="dcterms:W3CDTF">2024-01-23T23:13:38Z</dcterms:created>
  <dcterms:modified xsi:type="dcterms:W3CDTF">2026-09-19T05:30:17Z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