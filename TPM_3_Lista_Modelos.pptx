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3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7" autoAdjust="0"/>
    <p:restoredTop sz="95332" autoAdjust="0"/>
  </p:normalViewPr>
  <p:slideViewPr>
    <p:cSldViewPr snapToGrid="0">
      <p:cViewPr varScale="1">
        <p:scale>
          <a:sx n="111" d="100"/>
          <a:sy n="111" d="100"/>
        </p:scale>
        <p:origin x="11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l Rodriguez Garduno" userId="89bbfc5b-c516-44bd-896b-a6523f35c36f" providerId="ADAL" clId="{82688A9A-497A-47A0-B559-B845EB09B0DD}"/>
    <pc:docChg chg="custSel modSld">
      <pc:chgData name="Saul Rodriguez Garduno" userId="89bbfc5b-c516-44bd-896b-a6523f35c36f" providerId="ADAL" clId="{82688A9A-497A-47A0-B559-B845EB09B0DD}" dt="2026-09-19T05:33:27.749" v="26" actId="1076"/>
      <pc:docMkLst>
        <pc:docMk/>
      </pc:docMkLst>
      <pc:sldChg chg="addSp delSp modSp mod">
        <pc:chgData name="Saul Rodriguez Garduno" userId="89bbfc5b-c516-44bd-896b-a6523f35c36f" providerId="ADAL" clId="{82688A9A-497A-47A0-B559-B845EB09B0DD}" dt="2026-09-19T05:33:27.749" v="26" actId="1076"/>
        <pc:sldMkLst>
          <pc:docMk/>
          <pc:sldMk cId="4055971772" sldId="436"/>
        </pc:sldMkLst>
        <pc:picChg chg="add mod modCrop">
          <ac:chgData name="Saul Rodriguez Garduno" userId="89bbfc5b-c516-44bd-896b-a6523f35c36f" providerId="ADAL" clId="{82688A9A-497A-47A0-B559-B845EB09B0DD}" dt="2026-09-19T05:32:59.549" v="19" actId="14100"/>
          <ac:picMkLst>
            <pc:docMk/>
            <pc:sldMk cId="4055971772" sldId="436"/>
            <ac:picMk id="6" creationId="{3DDEBB24-E1C8-3FE6-AF23-8BB82683357B}"/>
          </ac:picMkLst>
        </pc:picChg>
        <pc:picChg chg="add mod">
          <ac:chgData name="Saul Rodriguez Garduno" userId="89bbfc5b-c516-44bd-896b-a6523f35c36f" providerId="ADAL" clId="{82688A9A-497A-47A0-B559-B845EB09B0DD}" dt="2026-09-19T05:33:27.749" v="26" actId="1076"/>
          <ac:picMkLst>
            <pc:docMk/>
            <pc:sldMk cId="4055971772" sldId="436"/>
            <ac:picMk id="7" creationId="{F886C29A-29CB-3045-4150-5D790193EED5}"/>
          </ac:picMkLst>
        </pc:picChg>
        <pc:picChg chg="add del mod">
          <ac:chgData name="Saul Rodriguez Garduno" userId="89bbfc5b-c516-44bd-896b-a6523f35c36f" providerId="ADAL" clId="{82688A9A-497A-47A0-B559-B845EB09B0DD}" dt="2026-09-19T05:31:27.449" v="16" actId="478"/>
          <ac:picMkLst>
            <pc:docMk/>
            <pc:sldMk cId="4055971772" sldId="436"/>
            <ac:picMk id="9" creationId="{60CAF995-A946-7413-5DBD-245997E853F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EB0B-3736-454C-BDC9-CFE6B03A8AA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46203-DBE1-497C-BB2D-98327BF1F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95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264">
              <a:defRPr/>
            </a:pPr>
            <a:endParaRPr lang="en-US" altLang="ko-KR" dirty="0">
              <a:solidFill>
                <a:schemeClr val="tx1"/>
              </a:solidFill>
              <a:latin typeface="Arial Narrow" pitchFamily="34" charset="0"/>
              <a:ea typeface="가는둥근제목체" pitchFamily="18" charset="-127"/>
              <a:cs typeface="Times New Roman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3883B-7D6F-4E64-B93B-9457A9247E9C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2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95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4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 txBox="1">
            <a:spLocks noChangeArrowheads="1"/>
          </p:cNvSpPr>
          <p:nvPr userDrawn="1"/>
        </p:nvSpPr>
        <p:spPr bwMode="auto">
          <a:xfrm>
            <a:off x="100000" y="536107"/>
            <a:ext cx="800477" cy="16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1200" b="1" u="none" spc="-30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☞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 </a:t>
            </a:r>
            <a:r>
              <a:rPr lang="en-US" altLang="ko-KR" sz="1200" b="1" u="none" spc="-30" dirty="0">
                <a:solidFill>
                  <a:schemeClr val="tx1"/>
                </a:solidFill>
              </a:rPr>
              <a:t>Idea 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발상</a:t>
            </a:r>
            <a:endParaRPr lang="en-US" altLang="ko-KR" sz="1800" b="1" u="none" spc="-30" dirty="0">
              <a:solidFill>
                <a:schemeClr val="tx1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12BBBE0-E98F-588B-E7C8-2FCC7B62B5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013" y="507035"/>
            <a:ext cx="8957817" cy="1048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6BEC9B-7510-3F9F-4052-5C6CCCB79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5550" y="254538"/>
            <a:ext cx="924824" cy="26937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B8192F-9FA3-6243-E1A7-4CD2AC29FCAE}"/>
              </a:ext>
            </a:extLst>
          </p:cNvPr>
          <p:cNvSpPr txBox="1"/>
          <p:nvPr userDrawn="1"/>
        </p:nvSpPr>
        <p:spPr>
          <a:xfrm>
            <a:off x="7635488" y="322539"/>
            <a:ext cx="114382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○ 완료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△ 진행 중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, X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불필요</a:t>
            </a:r>
            <a:endParaRPr lang="ko-KR" altLang="en-US" sz="800" spc="-40" baseline="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MSIPCMContentMarking" descr="{&quot;HashCode&quot;:1951497329,&quot;Placement&quot;:&quot;Footer&quot;,&quot;Top&quot;:521.91,&quot;Left&quot;:0.0,&quot;SlideWidth&quot;:780,&quot;SlideHeight&quot;:540}">
            <a:extLst>
              <a:ext uri="{FF2B5EF4-FFF2-40B4-BE49-F238E27FC236}">
                <a16:creationId xmlns:a16="http://schemas.microsoft.com/office/drawing/2014/main" id="{12AAB368-A7C1-43AE-BFC6-ABE9638B5267}"/>
              </a:ext>
            </a:extLst>
          </p:cNvPr>
          <p:cNvSpPr txBox="1"/>
          <p:nvPr userDrawn="1"/>
        </p:nvSpPr>
        <p:spPr>
          <a:xfrm>
            <a:off x="0" y="6628257"/>
            <a:ext cx="4632731" cy="2297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900">
                <a:solidFill>
                  <a:srgbClr val="808080"/>
                </a:solidFill>
                <a:latin typeface="LG스마트체 SemiBold" panose="020B0600000101010101" pitchFamily="50" charset="-127"/>
              </a:rPr>
              <a:t>LG Innotek Confidential : This document is protected by security policies and laws.</a:t>
            </a:r>
            <a:endParaRPr lang="ko-KR" altLang="en-US" sz="900">
              <a:solidFill>
                <a:srgbClr val="808080"/>
              </a:solidFill>
              <a:latin typeface="LG스마트체 SemiBold" panose="020B0600000101010101" pitchFamily="50" charset="-127"/>
            </a:endParaRPr>
          </a:p>
        </p:txBody>
      </p:sp>
      <p:sp>
        <p:nvSpPr>
          <p:cNvPr id="5" name="MSIPCMContentMarking" descr="{&quot;HashCode&quot;:166943725,&quot;Placement&quot;:&quot;Header&quot;,&quot;Top&quot;:0.0,&quot;Left&quot;:685.0934,&quot;SlideWidth&quot;:780,&quot;SlideHeight&quot;:540}">
            <a:extLst>
              <a:ext uri="{FF2B5EF4-FFF2-40B4-BE49-F238E27FC236}">
                <a16:creationId xmlns:a16="http://schemas.microsoft.com/office/drawing/2014/main" id="{1C6DA701-D2FC-45C4-96C0-A0240BD62C56}"/>
              </a:ext>
            </a:extLst>
          </p:cNvPr>
          <p:cNvSpPr txBox="1"/>
          <p:nvPr userDrawn="1"/>
        </p:nvSpPr>
        <p:spPr>
          <a:xfrm>
            <a:off x="8700686" y="0"/>
            <a:ext cx="1205314" cy="2604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C0004B"/>
                </a:solidFill>
                <a:latin typeface="LG스마트체2.0 Bold" panose="020B0600000101010101" pitchFamily="50" charset="-127"/>
              </a:rPr>
              <a:t>[Confidential]</a:t>
            </a:r>
            <a:endParaRPr lang="ko-KR" altLang="en-US" sz="1100">
              <a:solidFill>
                <a:srgbClr val="C0004B"/>
              </a:solidFill>
              <a:latin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1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4C45B1D-E888-4864-B011-5E6CCF1F7936}"/>
              </a:ext>
            </a:extLst>
          </p:cNvPr>
          <p:cNvGrpSpPr/>
          <p:nvPr/>
        </p:nvGrpSpPr>
        <p:grpSpPr>
          <a:xfrm>
            <a:off x="7091806" y="1855036"/>
            <a:ext cx="2728470" cy="4813582"/>
            <a:chOff x="7091806" y="1808152"/>
            <a:chExt cx="2609448" cy="4813582"/>
          </a:xfrm>
        </p:grpSpPr>
        <p:sp>
          <p:nvSpPr>
            <p:cNvPr id="56" name="AutoShape 20"/>
            <p:cNvSpPr>
              <a:spLocks noChangeArrowheads="1"/>
            </p:cNvSpPr>
            <p:nvPr/>
          </p:nvSpPr>
          <p:spPr bwMode="auto">
            <a:xfrm>
              <a:off x="7091806" y="2013357"/>
              <a:ext cx="2609448" cy="4608377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AutoShape 20"/>
            <p:cNvSpPr>
              <a:spLocks noChangeArrowheads="1"/>
            </p:cNvSpPr>
            <p:nvPr/>
          </p:nvSpPr>
          <p:spPr bwMode="auto">
            <a:xfrm>
              <a:off x="7091806" y="1808152"/>
              <a:ext cx="260944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419" altLang="ko-KR" sz="1400" b="1" kern="0" dirty="0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After </a:t>
              </a:r>
              <a:r>
                <a:rPr lang="es-419" altLang="ko-KR" sz="1400" b="1" kern="0" dirty="0" err="1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improvement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0F6EBB-F0F3-4470-A73A-8A760F7D4373}"/>
              </a:ext>
            </a:extLst>
          </p:cNvPr>
          <p:cNvGrpSpPr/>
          <p:nvPr/>
        </p:nvGrpSpPr>
        <p:grpSpPr>
          <a:xfrm>
            <a:off x="3203374" y="1855036"/>
            <a:ext cx="3816424" cy="4814324"/>
            <a:chOff x="3203374" y="1807410"/>
            <a:chExt cx="3816424" cy="4814324"/>
          </a:xfrm>
        </p:grpSpPr>
        <p:sp>
          <p:nvSpPr>
            <p:cNvPr id="66" name="AutoShape 20"/>
            <p:cNvSpPr>
              <a:spLocks noChangeArrowheads="1"/>
            </p:cNvSpPr>
            <p:nvPr/>
          </p:nvSpPr>
          <p:spPr bwMode="auto">
            <a:xfrm>
              <a:off x="3203374" y="2013358"/>
              <a:ext cx="3816424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AutoShape 20"/>
            <p:cNvSpPr>
              <a:spLocks noChangeArrowheads="1"/>
            </p:cNvSpPr>
            <p:nvPr/>
          </p:nvSpPr>
          <p:spPr bwMode="auto">
            <a:xfrm>
              <a:off x="3203374" y="1807410"/>
              <a:ext cx="3816424" cy="291459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</a:rPr>
                <a:t>Breakthrough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D6F9705-D935-4A94-8CF5-843F594B71F8}"/>
              </a:ext>
            </a:extLst>
          </p:cNvPr>
          <p:cNvGrpSpPr/>
          <p:nvPr/>
        </p:nvGrpSpPr>
        <p:grpSpPr>
          <a:xfrm>
            <a:off x="118050" y="1817277"/>
            <a:ext cx="3047476" cy="4813582"/>
            <a:chOff x="161878" y="1808152"/>
            <a:chExt cx="2969488" cy="4813582"/>
          </a:xfrm>
        </p:grpSpPr>
        <p:sp>
          <p:nvSpPr>
            <p:cNvPr id="44" name="AutoShape 20"/>
            <p:cNvSpPr>
              <a:spLocks noChangeArrowheads="1"/>
            </p:cNvSpPr>
            <p:nvPr/>
          </p:nvSpPr>
          <p:spPr bwMode="auto">
            <a:xfrm>
              <a:off x="161878" y="2013358"/>
              <a:ext cx="2969488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AutoShape 20"/>
            <p:cNvSpPr>
              <a:spLocks noChangeArrowheads="1"/>
            </p:cNvSpPr>
            <p:nvPr/>
          </p:nvSpPr>
          <p:spPr bwMode="auto">
            <a:xfrm>
              <a:off x="161878" y="1808152"/>
              <a:ext cx="296948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algn="ctr" latinLnBrk="0">
                <a:defRPr/>
              </a:pP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Before</a:t>
              </a:r>
              <a:r>
                <a:rPr lang="es-MX" altLang="ko-KR" sz="14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</a:t>
              </a: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improvement</a:t>
              </a:r>
              <a:endParaRPr lang="ko-KR" altLang="en-US" sz="1400" b="1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</p:grpSp>
      <p:sp>
        <p:nvSpPr>
          <p:cNvPr id="40" name="Rectangle 4"/>
          <p:cNvSpPr txBox="1">
            <a:spLocks noChangeArrowheads="1"/>
          </p:cNvSpPr>
          <p:nvPr/>
        </p:nvSpPr>
        <p:spPr bwMode="auto">
          <a:xfrm>
            <a:off x="54755" y="102355"/>
            <a:ext cx="7105346" cy="276999"/>
          </a:xfrm>
          <a:prstGeom prst="rect">
            <a:avLst/>
          </a:prstGeom>
          <a:noFill/>
        </p:spPr>
        <p:txBody>
          <a:bodyPr wrap="square" lIns="72000" tIns="0" rIns="3600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defTabSz="914400" latinLnBrk="1">
              <a:defRPr/>
            </a:pPr>
            <a:r>
              <a:rPr lang="en-US" altLang="ko-KR" sz="1800" b="1" spc="-30" dirty="0">
                <a:solidFill>
                  <a:prstClr val="black"/>
                </a:solidFill>
                <a:latin typeface="LG스마트체 Regular" panose="020B0600000101010101" pitchFamily="50" charset="-127"/>
              </a:rPr>
              <a:t>Module list ordered by number on the Lot screen</a:t>
            </a:r>
            <a:endParaRPr kumimoji="0" lang="ko-KR" altLang="en-US" sz="1800" b="1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17817" y="1169205"/>
            <a:ext cx="8653040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latinLnBrk="1">
              <a:lnSpc>
                <a:spcPct val="11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Install PCB - model selection at changeover</a:t>
            </a:r>
            <a:endParaRPr kumimoji="0" lang="en-US" altLang="ko-KR" sz="1600" b="1" i="0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A503ADC-8EA4-4A95-9C09-007B0C08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3" y="2168612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PHENOMENON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73F804E7-6ED1-4161-8C22-4CB1C70E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54" y="2168612"/>
            <a:ext cx="3355704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s-419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IMPROVEMENTS</a:t>
            </a:r>
            <a:endParaRPr kumimoji="1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018B34FB-86FD-426E-BD3D-63EF7903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2433268"/>
            <a:ext cx="3136204" cy="77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defTabSz="914400" latinLnBrk="1">
              <a:buFontTx/>
              <a:buChar char="-"/>
              <a:defRPr/>
            </a:pPr>
            <a:r>
              <a:rPr kumimoji="0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The module list showed more than 70 entries with no order, so at every changeover the operator had to scroll through the whole list looking for the model.</a:t>
            </a:r>
          </a:p>
        </p:txBody>
      </p:sp>
      <p:sp>
        <p:nvSpPr>
          <p:cNvPr id="100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74" y="2286753"/>
            <a:ext cx="2744430" cy="132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s-MX" sz="1400" b="1" dirty="0"/>
              <a:t> </a:t>
            </a:r>
            <a:r>
              <a:rPr lang="es-419" altLang="ko-KR" sz="1400" b="1" dirty="0"/>
              <a:t>EFFECT: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Model selection at changeover is now immediate and predictable, with no scrolling through unordered entries.</a:t>
            </a:r>
            <a:endParaRPr lang="ko-KR" altLang="en-US" dirty="0"/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7217E0C3-3242-462A-86FE-317BCFA54321}"/>
              </a:ext>
            </a:extLst>
          </p:cNvPr>
          <p:cNvGraphicFramePr>
            <a:graphicFrameLocks noGrp="1"/>
          </p:cNvGraphicFramePr>
          <p:nvPr/>
        </p:nvGraphicFramePr>
        <p:xfrm>
          <a:off x="8802980" y="1466757"/>
          <a:ext cx="1012824" cy="35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9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Level</a:t>
                      </a:r>
                      <a:r>
                        <a:rPr lang="ko-KR" altLang="en-US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A2D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정보화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지능화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275A48A6-063A-4695-8225-5094514F8224}"/>
              </a:ext>
            </a:extLst>
          </p:cNvPr>
          <p:cNvGraphicFramePr>
            <a:graphicFrameLocks noGrp="1"/>
          </p:cNvGraphicFramePr>
          <p:nvPr/>
        </p:nvGraphicFramePr>
        <p:xfrm>
          <a:off x="8807451" y="560208"/>
          <a:ext cx="1012827" cy="874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ko-KR" altLang="en-US" sz="700" b="1" kern="9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영역</a:t>
                      </a:r>
                      <a:endParaRPr lang="en-US" altLang="ko-KR" sz="700" b="1" kern="9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Analog</a:t>
                      </a:r>
                      <a:b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b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이물</a:t>
                      </a:r>
                      <a:r>
                        <a:rPr lang="en-US" altLang="ko-KR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생산성</a:t>
                      </a:r>
                      <a:endParaRPr lang="en-US" altLang="ko-KR" sz="7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</a:t>
                      </a: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○</a:t>
                      </a: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프로세스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안전환경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고객가치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80698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01739F50-273D-88B9-0185-931B6BCAB9B7}"/>
              </a:ext>
            </a:extLst>
          </p:cNvPr>
          <p:cNvGraphicFramePr>
            <a:graphicFrameLocks noGrp="1"/>
          </p:cNvGraphicFramePr>
          <p:nvPr/>
        </p:nvGraphicFramePr>
        <p:xfrm>
          <a:off x="7090565" y="28296"/>
          <a:ext cx="1658127" cy="25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전파</a:t>
                      </a:r>
                      <a:endParaRPr lang="en-US" altLang="ko-KR" sz="800" b="1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광학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endParaRPr lang="ko-KR" altLang="en-US" sz="8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Text Box 22">
            <a:extLst>
              <a:ext uri="{FF2B5EF4-FFF2-40B4-BE49-F238E27FC236}">
                <a16:creationId xmlns:a16="http://schemas.microsoft.com/office/drawing/2014/main" id="{4943835B-8DA4-4869-8C18-DA8250B6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57" y="4444213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PROBLEM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114F125-DEDC-4A5E-83D0-32A8D040BE99}"/>
              </a:ext>
            </a:extLst>
          </p:cNvPr>
          <p:cNvSpPr/>
          <p:nvPr/>
        </p:nvSpPr>
        <p:spPr>
          <a:xfrm>
            <a:off x="8543390" y="3093457"/>
            <a:ext cx="600604" cy="40664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8287475F-9343-43DB-A22C-AE7C32D6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853" y="2469063"/>
            <a:ext cx="3613965" cy="60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The module list is now ordered by number, so the operator finds the model directly.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FDA1CAA0-6C50-4F01-AABF-43A416B5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4753587"/>
            <a:ext cx="3136204" cy="144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Entries were displayed in load order, with no sorting. Finding a model took time and made it easy to select the wrong one.</a:t>
            </a:r>
          </a:p>
          <a:p>
            <a:pPr defTabSz="914400" latinLnBrk="1">
              <a:defRPr/>
            </a:pPr>
            <a:endParaRPr lang="en-US" altLang="ko-KR" sz="11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At changeover this adds time to a step that is already on the critical path of the 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C7A66-96E5-67E7-0D50-F80DB89DD3EB}"/>
              </a:ext>
            </a:extLst>
          </p:cNvPr>
          <p:cNvSpPr txBox="1"/>
          <p:nvPr/>
        </p:nvSpPr>
        <p:spPr>
          <a:xfrm>
            <a:off x="4250616" y="576400"/>
            <a:ext cx="44980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55"/>
              </a:spcAft>
            </a:pP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Date : </a:t>
            </a:r>
            <a:r>
              <a:rPr lang="es-MX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/09/2026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Writer : </a:t>
            </a:r>
            <a:r>
              <a:rPr lang="es-MX" altLang="ko-KR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Guillermo Carrillo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Division: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Team:</a:t>
            </a:r>
            <a:r>
              <a:rPr lang="ko-KR" altLang="en-US" sz="1000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Production Engineering</a:t>
            </a: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757" y="4125280"/>
            <a:ext cx="2410873" cy="217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s-MX" altLang="ko-KR" sz="1400" b="1" dirty="0"/>
              <a:t>IMPACT:</a:t>
            </a:r>
            <a:endParaRPr lang="es-419" altLang="ko-KR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Shorter changeover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altLang="ko-KR" dirty="0" err="1"/>
              <a:t>Lower risk of selecting the wrong model.</a:t>
            </a:r>
            <a:r>
              <a:rPr lang="es-MX" altLang="ko-KR" dirty="0"/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Applicable to the other stations that show the same list.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77620" y="5919793"/>
            <a:ext cx="36086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6917" y="3764733"/>
            <a:ext cx="16228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EBB24-E1C8-3FE6-AF23-8BB826833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" b="14222"/>
          <a:stretch>
            <a:fillRect/>
          </a:stretch>
        </p:blipFill>
        <p:spPr>
          <a:xfrm>
            <a:off x="491707" y="3148643"/>
            <a:ext cx="2406768" cy="1286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86C29A-29CB-3045-4150-5D790193E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303" y="2947976"/>
            <a:ext cx="3493697" cy="234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7177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9b8a968-831d-4cfc-b1f9-4367a1331151}" enabled="1" method="Privileged" siteId="{e6c7989d-a5fe-4b7b-a335-3288406db2f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1045</TotalTime>
  <Words>222</Words>
  <Application>Microsoft Office PowerPoint</Application>
  <PresentationFormat>A4 Paper (210x297 mm)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LG스마트체 Regular</vt:lpstr>
      <vt:lpstr>LG스마트체 SemiBold</vt:lpstr>
      <vt:lpstr>LG스마트체2.0 Bold</vt:lpstr>
      <vt:lpstr>맑은 고딕</vt:lpstr>
      <vt:lpstr>바탕</vt:lpstr>
      <vt:lpstr>Arial</vt:lpstr>
      <vt:lpstr>Arial Narrow</vt:lpstr>
      <vt:lpstr>Wingdings</vt:lpstr>
      <vt:lpstr>3_Office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haeyun Jeong(정해윤)</dc:creator>
  <cp:lastModifiedBy>Saul Rodriguez Garduno</cp:lastModifiedBy>
  <cp:revision>53</cp:revision>
  <dcterms:created xsi:type="dcterms:W3CDTF">2024-01-23T23:13:38Z</dcterms:created>
  <dcterms:modified xsi:type="dcterms:W3CDTF">2026-09-19T05:33:35Z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8a968-831d-4cfc-b1f9-4367a1331151_Enabled">
    <vt:lpwstr>true</vt:lpwstr>
  </property>
  <property fmtid="{D5CDD505-2E9C-101B-9397-08002B2CF9AE}" pid="3" name="MSIP_Label_99b8a968-831d-4cfc-b1f9-4367a1331151_SetDate">
    <vt:lpwstr>2024-05-04T19:05:14Z</vt:lpwstr>
  </property>
  <property fmtid="{D5CDD505-2E9C-101B-9397-08002B2CF9AE}" pid="4" name="MSIP_Label_99b8a968-831d-4cfc-b1f9-4367a1331151_Method">
    <vt:lpwstr>Privileged</vt:lpwstr>
  </property>
  <property fmtid="{D5CDD505-2E9C-101B-9397-08002B2CF9AE}" pid="5" name="MSIP_Label_99b8a968-831d-4cfc-b1f9-4367a1331151_Name">
    <vt:lpwstr>Confidential</vt:lpwstr>
  </property>
  <property fmtid="{D5CDD505-2E9C-101B-9397-08002B2CF9AE}" pid="6" name="MSIP_Label_99b8a968-831d-4cfc-b1f9-4367a1331151_SiteId">
    <vt:lpwstr>e6c7989d-a5fe-4b7b-a335-3288406db2fd</vt:lpwstr>
  </property>
  <property fmtid="{D5CDD505-2E9C-101B-9397-08002B2CF9AE}" pid="7" name="MSIP_Label_99b8a968-831d-4cfc-b1f9-4367a1331151_ActionId">
    <vt:lpwstr>66310290-fea6-40d2-83bd-c8b58c1b5aea</vt:lpwstr>
  </property>
  <property fmtid="{D5CDD505-2E9C-101B-9397-08002B2CF9AE}" pid="8" name="MSIP_Label_99b8a968-831d-4cfc-b1f9-4367a1331151_ContentBits">
    <vt:lpwstr>3</vt:lpwstr>
  </property>
</Properties>
</file>